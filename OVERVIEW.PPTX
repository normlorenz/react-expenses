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5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9" r:id="rId12"/>
  </p:sldIdLst>
  <p:sldSz cx="10080625" cy="7559675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226" autoAdjust="0"/>
  </p:normalViewPr>
  <p:slideViewPr>
    <p:cSldViewPr snapToGrid="0">
      <p:cViewPr varScale="1">
        <p:scale>
          <a:sx n="82" d="100"/>
          <a:sy n="82" d="100"/>
        </p:scale>
        <p:origin x="1608" y="102"/>
      </p:cViewPr>
      <p:guideLst/>
    </p:cSldViewPr>
  </p:slideViewPr>
  <p:notesTextViewPr>
    <p:cViewPr>
      <p:scale>
        <a:sx n="1" d="1"/>
        <a:sy n="1" d="1"/>
      </p:scale>
      <p:origin x="0" y="-3060"/>
    </p:cViewPr>
  </p:notesTextViewPr>
  <p:notesViewPr>
    <p:cSldViewPr snapToGrid="0">
      <p:cViewPr varScale="1">
        <p:scale>
          <a:sx n="52" d="100"/>
          <a:sy n="52" d="100"/>
        </p:scale>
        <p:origin x="279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A58EB-4C1D-4A01-B909-9B36FDC6F1CA}" type="datetimeFigureOut">
              <a:rPr lang="en-US" smtClean="0"/>
              <a:t>1/12/2018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24013" y="1257300"/>
            <a:ext cx="4524375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04D144-DA53-4DF4-8309-C22A5F3E7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781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been working on this in</a:t>
            </a:r>
            <a:r>
              <a:rPr lang="en-US" baseline="0" dirty="0"/>
              <a:t> my spare time for over a year after building an almost identical application using Ember-cli</a:t>
            </a:r>
          </a:p>
          <a:p>
            <a:r>
              <a:rPr lang="en-US" baseline="0" dirty="0"/>
              <a:t>Build on an Ubuntu 16.04 LTS desktop image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04D144-DA53-4DF4-8309-C22A5F3E7C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66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let me show you how it work before we go into the details: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04D144-DA53-4DF4-8309-C22A5F3E7C5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20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http://expenses-cli.surge.sh/</a:t>
            </a:r>
          </a:p>
          <a:p>
            <a:r>
              <a:rPr lang="en-US" dirty="0"/>
              <a:t>http://react-expenses.sh/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04D144-DA53-4DF4-8309-C22A5F3E7C5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98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used a  create-react-app application framework</a:t>
            </a:r>
            <a:r>
              <a:rPr lang="en-US" baseline="0" dirty="0"/>
              <a:t> so I wouldn’t have to learn the intricacies of webpack, etc.</a:t>
            </a:r>
          </a:p>
          <a:p>
            <a:r>
              <a:rPr lang="en-US" baseline="0" dirty="0"/>
              <a:t>I publish the website to surge.sh</a:t>
            </a:r>
          </a:p>
          <a:p>
            <a:r>
              <a:rPr lang="en-US" baseline="0" dirty="0"/>
              <a:t>Provides a testing (jest) framework</a:t>
            </a:r>
          </a:p>
          <a:p>
            <a:r>
              <a:rPr lang="en-US" baseline="0" dirty="0"/>
              <a:t>Folder structure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04D144-DA53-4DF4-8309-C22A5F3E7C5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03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uses version 4 of react-router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has authenticated and unauthenticated routes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redirects if unauthenticated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show application.js menu layout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redux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uses react-redux, redux-</a:t>
            </a:r>
            <a:r>
              <a:rPr lang="en-US" dirty="0" err="1"/>
              <a:t>thunk</a:t>
            </a:r>
            <a:r>
              <a:rPr lang="en-US" dirty="0"/>
              <a:t> and redux-logger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show actions and reducers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explain immutable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explain asynchronous nature of Firebase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show HOC’s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show how we initialize data and how we update data changes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explain </a:t>
            </a:r>
            <a:r>
              <a:rPr lang="en-US" dirty="0" err="1"/>
              <a:t>isLoaded</a:t>
            </a:r>
            <a:r>
              <a:rPr lang="en-US" dirty="0"/>
              <a:t> flag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show console logs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dirty="0"/>
              <a:t>modal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uses react-modal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show modal popup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collect some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show common pattern for </a:t>
            </a:r>
            <a:r>
              <a:rPr lang="en-US" dirty="0" err="1"/>
              <a:t>onChange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show common pattern for validation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toaster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uses react-toaster, notifications?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where is lives in the application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show updates on screen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show how it integrates with redux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show console logs</a:t>
            </a:r>
          </a:p>
          <a:p>
            <a:endParaRPr lang="en-US" dirty="0"/>
          </a:p>
          <a:p>
            <a:r>
              <a:rPr lang="en-US" dirty="0"/>
              <a:t>maps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explain both location and distance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show components (trips, places and place)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immutable-helper – deep array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high level google reference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google map API in index.html and unique key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show </a:t>
            </a:r>
            <a:r>
              <a:rPr lang="en-US"/>
              <a:t>new place and new trip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04D144-DA53-4DF4-8309-C22A5F3E7C5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40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Babel and</a:t>
            </a:r>
            <a:r>
              <a:rPr lang="en-US" baseline="0" dirty="0"/>
              <a:t> jest is probably part of the create-react-app framework. Added eslint linter.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04D144-DA53-4DF4-8309-C22A5F3E7C5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77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w3.css</a:t>
            </a:r>
            <a:r>
              <a:rPr lang="en-US" baseline="0" dirty="0"/>
              <a:t> which is smaller and faster than bootstrap but doesn’t has any jQuery or JavaScript libraries</a:t>
            </a:r>
          </a:p>
          <a:p>
            <a:r>
              <a:rPr lang="en-US" baseline="0" dirty="0"/>
              <a:t>Used inline style attributes throughout.</a:t>
            </a:r>
          </a:p>
          <a:p>
            <a:r>
              <a:rPr lang="en-US" baseline="0" dirty="0"/>
              <a:t>Struggled to understand CSS in a component context.</a:t>
            </a:r>
          </a:p>
          <a:p>
            <a:r>
              <a:rPr lang="en-US" baseline="0" dirty="0"/>
              <a:t>Passed className sometimes where it made sense but the jury is still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04D144-DA53-4DF4-8309-C22A5F3E7C5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05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Firebase is delightful to use and program against.</a:t>
            </a:r>
          </a:p>
          <a:p>
            <a:r>
              <a:rPr lang="en-US" dirty="0"/>
              <a:t>Real-time – give demonstration</a:t>
            </a:r>
          </a:p>
          <a:p>
            <a:r>
              <a:rPr lang="en-US" dirty="0"/>
              <a:t>Constructed</a:t>
            </a:r>
            <a:r>
              <a:rPr lang="en-US" baseline="0" dirty="0"/>
              <a:t> redux to use asynchronous calls through redux-</a:t>
            </a:r>
            <a:r>
              <a:rPr lang="en-US" baseline="0" dirty="0" err="1"/>
              <a:t>thunk</a:t>
            </a:r>
            <a:endParaRPr lang="en-US" baseline="0" dirty="0"/>
          </a:p>
          <a:p>
            <a:r>
              <a:rPr lang="en-US" baseline="0" dirty="0"/>
              <a:t>Firebase uses simple email authentication but also provides federated providers such as Facebook, GIT, etc.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04D144-DA53-4DF4-8309-C22A5F3E7C5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70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0080627" cy="7559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1"/>
            <a:ext cx="2541159" cy="7559676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94881" y="1237197"/>
            <a:ext cx="7269075" cy="2631887"/>
          </a:xfrm>
        </p:spPr>
        <p:txBody>
          <a:bodyPr anchor="b">
            <a:normAutofit/>
          </a:bodyPr>
          <a:lstStyle>
            <a:lvl1pPr algn="l"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94881" y="3970580"/>
            <a:ext cx="7269075" cy="1825171"/>
          </a:xfrm>
        </p:spPr>
        <p:txBody>
          <a:bodyPr>
            <a:normAutofit/>
          </a:bodyPr>
          <a:lstStyle>
            <a:lvl1pPr marL="0" indent="0" algn="l">
              <a:buNone/>
              <a:defRPr sz="2205" cap="all" baseline="0">
                <a:solidFill>
                  <a:schemeClr val="tx2"/>
                </a:solidFill>
              </a:defRPr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95257" y="5963746"/>
            <a:ext cx="2268141" cy="402483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94880" y="5963746"/>
            <a:ext cx="4237374" cy="4024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6403" y="5963744"/>
            <a:ext cx="637554" cy="402483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321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943747" y="681801"/>
            <a:ext cx="8190507" cy="1629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943747" y="2479643"/>
            <a:ext cx="8190507" cy="39040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6165553" y="6485224"/>
            <a:ext cx="2268141" cy="402483"/>
          </a:xfrm>
        </p:spPr>
        <p:txBody>
          <a:bodyPr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43746" y="6485223"/>
            <a:ext cx="5158804" cy="402483"/>
          </a:xfrm>
        </p:spPr>
        <p:txBody>
          <a:bodyPr/>
          <a:lstStyle/>
          <a:p>
            <a:pPr algn="ct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699" y="6485222"/>
            <a:ext cx="637554" cy="402483"/>
          </a:xfrm>
        </p:spPr>
        <p:txBody>
          <a:bodyPr/>
          <a:lstStyle/>
          <a:p>
            <a:pPr algn="r"/>
            <a:fld id="{D2723361-C439-4E62-83A3-E66F0339339D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3602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3744" y="1564436"/>
            <a:ext cx="8190508" cy="3144614"/>
          </a:xfrm>
        </p:spPr>
        <p:txBody>
          <a:bodyPr anchor="b">
            <a:normAutofit/>
          </a:bodyPr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3744" y="4877040"/>
            <a:ext cx="8190508" cy="1515436"/>
          </a:xfrm>
        </p:spPr>
        <p:txBody>
          <a:bodyPr>
            <a:normAutofit/>
          </a:bodyPr>
          <a:lstStyle>
            <a:lvl1pPr marL="0" indent="0">
              <a:buNone/>
              <a:defRPr sz="1984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2723361-C439-4E62-83A3-E66F0339339D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3427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3745" y="2479642"/>
            <a:ext cx="4033564" cy="39040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3317" y="2479642"/>
            <a:ext cx="4030936" cy="39040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2723361-C439-4E62-83A3-E66F0339339D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06230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3744" y="682474"/>
            <a:ext cx="8190508" cy="16291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9415" y="2479642"/>
            <a:ext cx="3787895" cy="908210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646" b="0" cap="all" baseline="0">
                <a:solidFill>
                  <a:schemeClr val="tx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3745" y="3387853"/>
            <a:ext cx="4033565" cy="29958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48985" y="2479641"/>
            <a:ext cx="3785267" cy="908210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646" b="0" cap="all" baseline="0">
                <a:solidFill>
                  <a:schemeClr val="tx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316" y="3387853"/>
            <a:ext cx="4030936" cy="29958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2723361-C439-4E62-83A3-E66F0339339D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39704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97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2723361-C439-4E62-83A3-E66F0339339D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4721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122" y="671972"/>
            <a:ext cx="3188260" cy="1807668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3265" y="653305"/>
            <a:ext cx="4870987" cy="57304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8122" y="2479642"/>
            <a:ext cx="3188260" cy="3904084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2723361-C439-4E62-83A3-E66F0339339D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74468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3748" y="671971"/>
            <a:ext cx="4138482" cy="1807671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27900" y="671971"/>
            <a:ext cx="3806354" cy="5711757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527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3745" y="2479642"/>
            <a:ext cx="4138485" cy="3904084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2723361-C439-4E62-83A3-E66F0339339D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56271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3744" y="4745097"/>
            <a:ext cx="8195762" cy="903187"/>
          </a:xfrm>
        </p:spPr>
        <p:txBody>
          <a:bodyPr anchor="b">
            <a:normAutofit/>
          </a:bodyPr>
          <a:lstStyle>
            <a:lvl1pPr>
              <a:defRPr sz="35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43744" y="668472"/>
            <a:ext cx="8195762" cy="3637394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527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3707" y="5648283"/>
            <a:ext cx="8194525" cy="752299"/>
          </a:xfrm>
        </p:spPr>
        <p:txBody>
          <a:bodyPr>
            <a:normAutofit/>
          </a:bodyPr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2723361-C439-4E62-83A3-E66F0339339D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38632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3783" y="671971"/>
            <a:ext cx="8190470" cy="3779838"/>
          </a:xfrm>
        </p:spPr>
        <p:txBody>
          <a:bodyPr anchor="ctr">
            <a:normAutofit/>
          </a:bodyPr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3745" y="4871791"/>
            <a:ext cx="8189233" cy="1511934"/>
          </a:xfrm>
        </p:spPr>
        <p:txBody>
          <a:bodyPr anchor="ctr">
            <a:normAutofit/>
          </a:bodyPr>
          <a:lstStyle>
            <a:lvl1pPr marL="0" indent="0">
              <a:buNone/>
              <a:defRPr sz="198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2723361-C439-4E62-83A3-E66F0339339D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60263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5761" y="671972"/>
            <a:ext cx="7691729" cy="3029634"/>
          </a:xfrm>
        </p:spPr>
        <p:txBody>
          <a:bodyPr anchor="ctr">
            <a:normAutofit/>
          </a:bodyPr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22669" y="3709903"/>
            <a:ext cx="7236601" cy="605136"/>
          </a:xfrm>
        </p:spPr>
        <p:txBody>
          <a:bodyPr anchor="t">
            <a:normAutofit/>
          </a:bodyPr>
          <a:lstStyle>
            <a:lvl1pPr marL="0" indent="0">
              <a:buNone/>
              <a:defRPr sz="1543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3745" y="4750887"/>
            <a:ext cx="8190510" cy="1641894"/>
          </a:xfrm>
        </p:spPr>
        <p:txBody>
          <a:bodyPr anchor="ctr">
            <a:normAutofit/>
          </a:bodyPr>
          <a:lstStyle>
            <a:lvl1pPr marL="0" indent="0">
              <a:buNone/>
              <a:defRPr sz="198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2723361-C439-4E62-83A3-E66F0339339D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67930" y="791967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81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18221" y="3047870"/>
            <a:ext cx="504031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81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5061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3745" y="2352387"/>
            <a:ext cx="8190509" cy="2768833"/>
          </a:xfrm>
        </p:spPr>
        <p:txBody>
          <a:bodyPr anchor="b">
            <a:normAutofit/>
          </a:bodyPr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3706" y="5134202"/>
            <a:ext cx="8189272" cy="1257349"/>
          </a:xfrm>
        </p:spPr>
        <p:txBody>
          <a:bodyPr anchor="t">
            <a:normAutofit/>
          </a:bodyPr>
          <a:lstStyle>
            <a:lvl1pPr marL="0" indent="0">
              <a:buNone/>
              <a:defRPr sz="198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2723361-C439-4E62-83A3-E66F0339339D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801479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43747" y="671971"/>
            <a:ext cx="8190507" cy="20999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43745" y="2948100"/>
            <a:ext cx="2643269" cy="755968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205" b="0" cap="all" baseline="0">
                <a:solidFill>
                  <a:schemeClr val="tx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43746" y="3704068"/>
            <a:ext cx="2641900" cy="2679657"/>
          </a:xfrm>
        </p:spPr>
        <p:txBody>
          <a:bodyPr anchor="t">
            <a:normAutofit/>
          </a:bodyPr>
          <a:lstStyle>
            <a:lvl1pPr marL="0" indent="0">
              <a:buNone/>
              <a:defRPr sz="154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32913" y="2951596"/>
            <a:ext cx="2632923" cy="755968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205" b="0" cap="all" baseline="0">
                <a:solidFill>
                  <a:schemeClr val="tx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732913" y="3707564"/>
            <a:ext cx="2633660" cy="2679657"/>
          </a:xfrm>
        </p:spPr>
        <p:txBody>
          <a:bodyPr anchor="t">
            <a:normAutofit/>
          </a:bodyPr>
          <a:lstStyle>
            <a:lvl1pPr marL="0" indent="0">
              <a:buNone/>
              <a:defRPr sz="154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492579" y="2948100"/>
            <a:ext cx="2641673" cy="755968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205" b="0" cap="all" baseline="0">
                <a:solidFill>
                  <a:schemeClr val="tx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492579" y="3704068"/>
            <a:ext cx="2641673" cy="2679657"/>
          </a:xfrm>
        </p:spPr>
        <p:txBody>
          <a:bodyPr anchor="t">
            <a:normAutofit/>
          </a:bodyPr>
          <a:lstStyle>
            <a:lvl1pPr marL="0" indent="0">
              <a:buNone/>
              <a:defRPr sz="154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2723361-C439-4E62-83A3-E66F0339339D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307972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43746" y="671971"/>
            <a:ext cx="8190507" cy="20999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43747" y="4855251"/>
            <a:ext cx="2641898" cy="63522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205" b="0" cap="all" baseline="0">
                <a:solidFill>
                  <a:schemeClr val="tx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43747" y="2939871"/>
            <a:ext cx="2641898" cy="1679928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984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43747" y="5490475"/>
            <a:ext cx="2641898" cy="901520"/>
          </a:xfrm>
        </p:spPr>
        <p:txBody>
          <a:bodyPr anchor="t">
            <a:normAutofit/>
          </a:bodyPr>
          <a:lstStyle>
            <a:lvl1pPr marL="0" indent="0">
              <a:buNone/>
              <a:defRPr sz="154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11652" y="4855251"/>
            <a:ext cx="2646164" cy="63522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205" b="0" cap="all" baseline="0">
                <a:solidFill>
                  <a:schemeClr val="tx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711653" y="2939871"/>
            <a:ext cx="2644957" cy="1679928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984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710445" y="5490472"/>
            <a:ext cx="2646164" cy="893252"/>
          </a:xfrm>
        </p:spPr>
        <p:txBody>
          <a:bodyPr anchor="t">
            <a:normAutofit/>
          </a:bodyPr>
          <a:lstStyle>
            <a:lvl1pPr marL="0" indent="0">
              <a:buNone/>
              <a:defRPr sz="154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492683" y="4855250"/>
            <a:ext cx="2638178" cy="63522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205" b="0" cap="all" baseline="0">
                <a:solidFill>
                  <a:schemeClr val="tx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492580" y="2939871"/>
            <a:ext cx="2641674" cy="1679928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984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492579" y="5490471"/>
            <a:ext cx="2641673" cy="893255"/>
          </a:xfrm>
        </p:spPr>
        <p:txBody>
          <a:bodyPr anchor="t">
            <a:normAutofit/>
          </a:bodyPr>
          <a:lstStyle>
            <a:lvl1pPr marL="0" indent="0">
              <a:buNone/>
              <a:defRPr sz="154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pPr algn="ct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2723361-C439-4E62-83A3-E66F0339339D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378081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2723361-C439-4E62-83A3-E66F0339339D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765811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76465" y="671971"/>
            <a:ext cx="1657789" cy="57117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3744" y="671971"/>
            <a:ext cx="6406712" cy="57117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2723361-C439-4E62-83A3-E66F0339339D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7179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0080627" cy="7559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5752" y="1"/>
            <a:ext cx="9967928" cy="7559676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3747" y="681801"/>
            <a:ext cx="8190507" cy="1629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3747" y="2479643"/>
            <a:ext cx="8190507" cy="3904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65553" y="6485224"/>
            <a:ext cx="226814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43746" y="6485223"/>
            <a:ext cx="5158804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96699" y="6485222"/>
            <a:ext cx="637554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D2723361-C439-4E62-83A3-E66F0339339D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52830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3968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120000"/>
        </a:lnSpc>
        <a:spcBef>
          <a:spcPts val="1102"/>
        </a:spcBef>
        <a:buSzPct val="125000"/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120000"/>
        </a:lnSpc>
        <a:spcBef>
          <a:spcPts val="551"/>
        </a:spcBef>
        <a:buSzPct val="125000"/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120000"/>
        </a:lnSpc>
        <a:spcBef>
          <a:spcPts val="551"/>
        </a:spcBef>
        <a:buSzPct val="125000"/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120000"/>
        </a:lnSpc>
        <a:spcBef>
          <a:spcPts val="551"/>
        </a:spcBef>
        <a:buSzPct val="125000"/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120000"/>
        </a:lnSpc>
        <a:spcBef>
          <a:spcPts val="551"/>
        </a:spcBef>
        <a:buSzPct val="125000"/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120000"/>
        </a:lnSpc>
        <a:spcBef>
          <a:spcPts val="551"/>
        </a:spcBef>
        <a:buSzPct val="125000"/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120000"/>
        </a:lnSpc>
        <a:spcBef>
          <a:spcPts val="551"/>
        </a:spcBef>
        <a:buSzPct val="125000"/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120000"/>
        </a:lnSpc>
        <a:spcBef>
          <a:spcPts val="551"/>
        </a:spcBef>
        <a:buSzPct val="125000"/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120000"/>
        </a:lnSpc>
        <a:spcBef>
          <a:spcPts val="551"/>
        </a:spcBef>
        <a:buSzPct val="125000"/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464694"/>
            <a:ext cx="9071640" cy="10987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Application Overview</a:t>
            </a:r>
          </a:p>
        </p:txBody>
      </p:sp>
      <p:sp>
        <p:nvSpPr>
          <p:cNvPr id="40" name="TextShape 2"/>
          <p:cNvSpPr txBox="1"/>
          <p:nvPr/>
        </p:nvSpPr>
        <p:spPr>
          <a:xfrm>
            <a:off x="1064302" y="1769040"/>
            <a:ext cx="7989757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A React.js application built using ES6, Redux and Firebase that provides a way to enter financial records by tax year.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4000" y="449704"/>
            <a:ext cx="9071640" cy="1113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Agenda</a:t>
            </a:r>
          </a:p>
        </p:txBody>
      </p:sp>
      <p:sp>
        <p:nvSpPr>
          <p:cNvPr id="42" name="TextShape 2"/>
          <p:cNvSpPr txBox="1"/>
          <p:nvPr/>
        </p:nvSpPr>
        <p:spPr>
          <a:xfrm>
            <a:off x="933855" y="2068642"/>
            <a:ext cx="8511536" cy="4324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Live Application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Template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Dependencies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Dev Dependencies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Styling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Firebase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Testing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Left Undone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Shape 1"/>
          <p:cNvSpPr txBox="1"/>
          <p:nvPr/>
        </p:nvSpPr>
        <p:spPr>
          <a:xfrm>
            <a:off x="504000" y="479684"/>
            <a:ext cx="9071640" cy="10837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Live Application</a:t>
            </a:r>
          </a:p>
        </p:txBody>
      </p:sp>
      <p:pic>
        <p:nvPicPr>
          <p:cNvPr id="44" name="Picture 43"/>
          <p:cNvPicPr/>
          <p:nvPr/>
        </p:nvPicPr>
        <p:blipFill>
          <a:blip r:embed="rId3"/>
          <a:stretch/>
        </p:blipFill>
        <p:spPr>
          <a:xfrm>
            <a:off x="503640" y="2238120"/>
            <a:ext cx="9071640" cy="3445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509666"/>
            <a:ext cx="9071640" cy="1053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Template</a:t>
            </a:r>
          </a:p>
        </p:txBody>
      </p:sp>
      <p:sp>
        <p:nvSpPr>
          <p:cNvPr id="46" name="TextShape 2"/>
          <p:cNvSpPr txBox="1"/>
          <p:nvPr/>
        </p:nvSpPr>
        <p:spPr>
          <a:xfrm>
            <a:off x="856034" y="2068843"/>
            <a:ext cx="8929468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create-react-app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jest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surge.sh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folder 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Shape 1"/>
          <p:cNvSpPr txBox="1"/>
          <p:nvPr/>
        </p:nvSpPr>
        <p:spPr>
          <a:xfrm>
            <a:off x="504000" y="479684"/>
            <a:ext cx="9071640" cy="10837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Dependencies</a:t>
            </a:r>
          </a:p>
        </p:txBody>
      </p:sp>
      <p:sp>
        <p:nvSpPr>
          <p:cNvPr id="48" name="TextShape 2"/>
          <p:cNvSpPr txBox="1"/>
          <p:nvPr/>
        </p:nvSpPr>
        <p:spPr>
          <a:xfrm>
            <a:off x="914400" y="2038863"/>
            <a:ext cx="4016519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react-router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react-modal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firebase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immutability-helper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react-google-maps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react-toggle </a:t>
            </a:r>
          </a:p>
        </p:txBody>
      </p:sp>
      <p:sp>
        <p:nvSpPr>
          <p:cNvPr id="49" name="TextShape 3"/>
          <p:cNvSpPr txBox="1"/>
          <p:nvPr/>
        </p:nvSpPr>
        <p:spPr>
          <a:xfrm>
            <a:off x="5148720" y="2038863"/>
            <a:ext cx="442692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redux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redux-logger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redux-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thunk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react-redux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moment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react-moment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494674"/>
            <a:ext cx="9071640" cy="10688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Dev Dependencies</a:t>
            </a:r>
          </a:p>
        </p:txBody>
      </p:sp>
      <p:sp>
        <p:nvSpPr>
          <p:cNvPr id="51" name="TextShape 2"/>
          <p:cNvSpPr txBox="1"/>
          <p:nvPr/>
        </p:nvSpPr>
        <p:spPr>
          <a:xfrm>
            <a:off x="933855" y="2053651"/>
            <a:ext cx="8641784" cy="42647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eslint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jest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babel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Shape 1"/>
          <p:cNvSpPr txBox="1"/>
          <p:nvPr/>
        </p:nvSpPr>
        <p:spPr>
          <a:xfrm>
            <a:off x="504000" y="524656"/>
            <a:ext cx="9071640" cy="10388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Styling</a:t>
            </a:r>
          </a:p>
        </p:txBody>
      </p:sp>
      <p:sp>
        <p:nvSpPr>
          <p:cNvPr id="53" name="TextShape 2"/>
          <p:cNvSpPr txBox="1"/>
          <p:nvPr/>
        </p:nvSpPr>
        <p:spPr>
          <a:xfrm>
            <a:off x="914399" y="2083633"/>
            <a:ext cx="8661239" cy="43096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w3.css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Inline style attributes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Shape 1"/>
          <p:cNvSpPr txBox="1"/>
          <p:nvPr/>
        </p:nvSpPr>
        <p:spPr>
          <a:xfrm>
            <a:off x="504000" y="524655"/>
            <a:ext cx="9071640" cy="106430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Firebase</a:t>
            </a:r>
          </a:p>
        </p:txBody>
      </p:sp>
      <p:sp>
        <p:nvSpPr>
          <p:cNvPr id="55" name="TextShape 2"/>
          <p:cNvSpPr txBox="1"/>
          <p:nvPr/>
        </p:nvSpPr>
        <p:spPr>
          <a:xfrm>
            <a:off x="933855" y="2098622"/>
            <a:ext cx="8641784" cy="42497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NoSQL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Real time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Database layout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Rules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Authentication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Shape 1"/>
          <p:cNvSpPr txBox="1"/>
          <p:nvPr/>
        </p:nvSpPr>
        <p:spPr>
          <a:xfrm>
            <a:off x="504000" y="556150"/>
            <a:ext cx="9071640" cy="100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Testing</a:t>
            </a:r>
          </a:p>
        </p:txBody>
      </p:sp>
      <p:sp>
        <p:nvSpPr>
          <p:cNvPr id="57" name="TextShape 2"/>
          <p:cNvSpPr txBox="1"/>
          <p:nvPr/>
        </p:nvSpPr>
        <p:spPr>
          <a:xfrm>
            <a:off x="933855" y="2113613"/>
            <a:ext cx="8641784" cy="42047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Jest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toMatchSnapshot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testing components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Shape 1"/>
          <p:cNvSpPr txBox="1"/>
          <p:nvPr/>
        </p:nvSpPr>
        <p:spPr>
          <a:xfrm>
            <a:off x="504000" y="556150"/>
            <a:ext cx="9071640" cy="100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Left Undone</a:t>
            </a:r>
          </a:p>
        </p:txBody>
      </p:sp>
      <p:sp>
        <p:nvSpPr>
          <p:cNvPr id="57" name="TextShape 2"/>
          <p:cNvSpPr txBox="1"/>
          <p:nvPr/>
        </p:nvSpPr>
        <p:spPr>
          <a:xfrm>
            <a:off x="914399" y="2113613"/>
            <a:ext cx="8365787" cy="42047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Functional programming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Immutable data structures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Decomposition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031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3747" y="494675"/>
            <a:ext cx="8190507" cy="1079292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Questions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>
          <a:xfrm>
            <a:off x="943747" y="2083633"/>
            <a:ext cx="8190507" cy="4300094"/>
          </a:xfrm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344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133</TotalTime>
  <Words>440</Words>
  <Application>Microsoft Office PowerPoint</Application>
  <PresentationFormat>Custom</PresentationFormat>
  <Paragraphs>116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Times New Roman</vt:lpstr>
      <vt:lpstr>Trebuchet MS</vt:lpstr>
      <vt:lpstr>Tw Cen MT</vt:lpstr>
      <vt:lpstr>Wingdings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Norm Lorenz</cp:lastModifiedBy>
  <cp:revision>28</cp:revision>
  <dcterms:created xsi:type="dcterms:W3CDTF">2018-01-05T06:58:51Z</dcterms:created>
  <dcterms:modified xsi:type="dcterms:W3CDTF">2018-01-12T17:52:36Z</dcterms:modified>
  <dc:language>en-US</dc:language>
</cp:coreProperties>
</file>